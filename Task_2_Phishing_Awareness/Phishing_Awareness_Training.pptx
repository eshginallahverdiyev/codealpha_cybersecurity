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21B3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C1272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3840480"/>
            <a:ext cx="2834640" cy="2834640"/>
          </a:xfrm>
          <a:prstGeom prst="ellipse">
            <a:avLst/>
          </a:prstGeom>
          <a:solidFill>
            <a:srgbClr val="F2A900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2514600"/>
            <a:ext cx="1828800" cy="18288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6" name="Image 0" descr="assets/mai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144" y="2752344"/>
            <a:ext cx="1353312" cy="1353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95560" y="324612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Image 1" descr="assets/alertTriangle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864" y="339242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417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·  CYBER SECURITY INTERNSHIP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8745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social-engineering attacks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1005840" cy="0"/>
          </a:xfrm>
          <a:prstGeom prst="line">
            <a:avLst/>
          </a:prstGeom>
          <a:noFill/>
          <a:ln w="38100">
            <a:solidFill>
              <a:srgbClr val="C1272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5989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Prepared as part of the CodeAlpha Cyber Security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453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257800" y="15819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asset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180" y="164729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the psychology behind the attack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09981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257800" y="31363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assets/mai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80" y="3201772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3502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Attacks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6868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whaling, smishing, vishing, clone phishing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45262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6542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257800" y="46908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asset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80" y="4756252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50566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Attack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68680" y="5394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Deconstructing a real-looking phishing email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92240" y="14173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20840" y="15453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1109960" y="15819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3" descr="assets/trending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340" y="1647292"/>
            <a:ext cx="372161" cy="37216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Statistics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2084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remains the #1 breach vector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9224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720840" y="309981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1109960" y="31363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4" descr="assets/ey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5340" y="3201772"/>
            <a:ext cx="372161" cy="37216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20840" y="3502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Red Flags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2084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checklist you can use today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92240" y="45262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720840" y="46542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EA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Shape 29"/>
          <p:cNvSpPr/>
          <p:nvPr/>
        </p:nvSpPr>
        <p:spPr>
          <a:xfrm>
            <a:off x="11109960" y="46908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7" name="Image 5" descr="assets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340" y="4756252"/>
            <a:ext cx="372161" cy="37216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0840" y="50566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Prevention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6720840" y="5394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when you spot one, and how to stay protected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—  Task 2: Phishing Awareness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C1272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914400"/>
            <a:ext cx="1005840" cy="10058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assets/mai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104515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social-engineering attack that impersonates a trusted source to steal data, credentials, or money.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916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8229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fraudulent attempt to obtain sensitive information — usernames, passwords, card numbers — by disguising as a trustworthy entity in an email, message, or website.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091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— THE PSYCHOLOGY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2331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253288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asset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2592324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10328" y="301752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deadlines pressure quick, unchecked action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2331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30768" y="253288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asset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2592324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30768" y="301752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a boss, bank, or government body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40233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10328" y="422452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assets/alertTriang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4283964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10328" y="470916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account suspension or legal trouble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229600" y="40233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430768" y="422452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4" descr="assets/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4283964"/>
            <a:ext cx="338328" cy="3383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430768" y="470916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Irresistible subject lines and fake attachments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—  Task 2: Phishing Awareness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ATTACKS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faces of phishing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7335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6" name="Image 0" descr="assets/mai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13" y="17470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4320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fraudulent emails impersonating banks, vendors, or services, sent to thousands of targets at once.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67335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asset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73" y="174705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274320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messages, personalized with the victim’s name, role, or recent activity for credibility.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67335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6" name="Image 2" descr="assets/crow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33" y="174705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3774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74320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senior staff — often impersonating a CEO to authorize payments.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7939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assets/messa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13" y="435309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83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534924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message, usually with a shortened malicious link.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40233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279392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6" name="Image 4" descr="assets/pho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573" y="435309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4983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90872" y="534924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 — a caller impersonates IT support, a bank, or law enforcement.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02336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27939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assets/refresh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333" y="435309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98348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85632" y="534924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legitimate, previously delivered email is copied and resent with links swapped for malicious ones.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—  Task 2: Phishing Awareness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ATTACK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Deconstructing a phishing email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fictional, illustrative example — not a real organization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3093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E9EA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309360" cy="457200"/>
          </a:xfrm>
          <a:prstGeom prst="rect">
            <a:avLst/>
          </a:prstGeom>
          <a:solidFill>
            <a:srgbClr val="121B33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1848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1848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618488"/>
            <a:ext cx="146304" cy="146304"/>
          </a:xfrm>
          <a:prstGeom prst="ellipse">
            <a:avLst/>
          </a:prstGeom>
          <a:solidFill>
            <a:srgbClr val="4CA77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21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1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IT-Support@secure-mail-alert.com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2450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you@company.com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77977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buNone/>
            </a:pPr>
            <a:r>
              <a:rPr lang="en-US" sz="11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mailbox will be suspended in 24 hours!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3236976"/>
            <a:ext cx="5669280" cy="0"/>
          </a:xfrm>
          <a:prstGeom prst="line">
            <a:avLst/>
          </a:prstGeom>
          <a:noFill/>
          <a:ln w="12700">
            <a:solidFill>
              <a:srgbClr val="E9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198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User,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785616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Click the secure link below within 24 hours to verify your identity or your account will be permanently suspended.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70001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7000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29437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2029968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185416"/>
            <a:ext cx="310896" cy="3108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185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44968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44968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official but isn’t the real company domain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2688336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843784"/>
            <a:ext cx="310896" cy="3108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843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44968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44968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"24 hours" pressures you to act without thinking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379476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3950208"/>
            <a:ext cx="310896" cy="3108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950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44968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44968" y="4105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User" instead of your actual name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78040" y="489204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5047488"/>
            <a:ext cx="310896" cy="3108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5047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44968" y="4946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CTA button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44968" y="5202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real destination URL on hover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C1272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F2A90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STATISTICS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still wins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based on widely cited industry security reports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21B33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9" name="Image 0" descr="assets/trending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189988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743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data breaches start with a phishing email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02152" y="18745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21B33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5032" y="2130552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4" name="Image 1" descr="asset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189988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2743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685032" y="3429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the most common cyberattack vector year over year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64224" y="18745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21B33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47104" y="2130552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9" name="Image 2" descr="asset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189988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47104" y="2743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4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547104" y="3429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will click a simulated phishing link if untrained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26296" y="187452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21B33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409176" y="2130552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4" name="Image 3" descr="assets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612" y="2189988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9176" y="27432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409176" y="3429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often all it takes from click to compromised credentials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annual industry breach &amp; phishing simulation reports (e.g., Verizon DBIR, Proofpoint). Figures are approximate and for awareness purposes.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RED FLAGS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8-point phishing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107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assets/mai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816456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361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real sender address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8745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display name — hover or tap to reveal the full email domain.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5107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assets/lin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1816456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53619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86600" y="18745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actual destination URL; look for misspelled or unusual domains.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724912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0586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asset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12404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8437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urgent deadlines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rarely demand action "within 24 hours".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2724912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0586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assets/fileTex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124048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28437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wary of unexpected attachments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.zip, .exe, or macro-enabled Office files.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032504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3662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assets/us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4316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15137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generic greetings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448970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 is a common tell.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4032504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46520" y="43662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assets/x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900" y="44316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15137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spelling &amp; grammar errors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86600" y="448970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typos and awkward phrasing often slip through.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0080" y="5340096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22960" y="56738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6" descr="assets/creditC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340" y="5739232"/>
            <a:ext cx="372161" cy="3721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458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provide sensitive data via email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463040" y="579729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IT never ask for full passwords or card PINs by email.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263640" y="5340096"/>
            <a:ext cx="52578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46520" y="56738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7" descr="assets/glob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900" y="5739232"/>
            <a:ext cx="372161" cy="372161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86600" y="5458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an official channel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86600" y="579729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organization directly using a known, trusted number or site.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—  Task 2: Phishing Awareness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a phishing attempt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0"/>
          </a:xfrm>
          <a:prstGeom prst="line">
            <a:avLst/>
          </a:prstGeom>
          <a:noFill/>
          <a:ln w="38100">
            <a:solidFill>
              <a:srgbClr val="E9EA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897380"/>
            <a:ext cx="777240" cy="7772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6" name="Image 0" descr="assets/slas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1998421"/>
            <a:ext cx="575158" cy="5751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" y="151333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" y="15133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-25146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Click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-25146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clicking links, opening attachments, or replying to the sender.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63240" y="1897380"/>
            <a:ext cx="777240" cy="7772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2" name="Image 1" descr="assets/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281" y="1998421"/>
            <a:ext cx="575158" cy="5751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78124" y="151333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3278124" y="15133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3774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Inspect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37744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domain, links, and tone against the red-flag checklist.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692140" y="1897380"/>
            <a:ext cx="777240" cy="7772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8" name="Image 2" descr="assets/fla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181" y="1998421"/>
            <a:ext cx="575158" cy="57515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07024" y="151333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5"/>
          <p:cNvSpPr/>
          <p:nvPr/>
        </p:nvSpPr>
        <p:spPr>
          <a:xfrm>
            <a:off x="5907024" y="15133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063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0634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organization’s "Report Phishing" button or forward it to IT/Security.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321040" y="1897380"/>
            <a:ext cx="777240" cy="7772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4" name="Image 3" descr="assets/x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081" y="1998421"/>
            <a:ext cx="575158" cy="57515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35924" y="151333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0"/>
          <p:cNvSpPr/>
          <p:nvPr/>
        </p:nvSpPr>
        <p:spPr>
          <a:xfrm>
            <a:off x="8535924" y="15133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6352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Message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63524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reported, remove it from your inbox to prevent accidental clicks later.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0949940" y="1897380"/>
            <a:ext cx="777240" cy="7772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0" name="Image 4" descr="assets/ke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0981" y="1998421"/>
            <a:ext cx="575158" cy="57515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1164824" y="1513332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25"/>
          <p:cNvSpPr/>
          <p:nvPr/>
        </p:nvSpPr>
        <p:spPr>
          <a:xfrm>
            <a:off x="11164824" y="15133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2641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Credentials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264140" y="32004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clicked or entered details, change your password immediately.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pic>
        <p:nvPicPr>
          <p:cNvPr id="36" name="Image 5" descr="assets/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7784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17320" y="53492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when in doubt, don’t click — verify through a separate, trusted channel first.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staying protected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0" descr="assets/lock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7113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585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7157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 layer of defense even if a password is stolen.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645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1" name="Image 1" descr="assets/key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820" y="17113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2585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27157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&amp; stores unique, strong passwords for every account.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4173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6" name="Image 2" descr="assets/refresh_1B2A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580" y="17113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2585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58200" y="27157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the vulnerabilities phishing payloads try to exploit.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6118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1" name="Image 3" descr="assets/user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60" y="39058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4531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Security Awareness Training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49103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training keeps red flags top of mind for every employee.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34840" y="36118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384048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6" name="Image 4" descr="asset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820" y="390586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4531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Email Filtering &amp; Anti-Phishing Tools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63440" y="49103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filters catch a large share of attempts before the inbox.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6118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1" name="Image 5" descr="assets/fla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580" y="390586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4531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"Report, Don’t Ignore" Culture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58200" y="49103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reporting fast and blame-free so real threats surface quickly.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—  Task 2: Phishing Awareness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373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6" name="Image 0" descr="assets/checkCircle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18027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trust and urgency, not just technology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26517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0" name="Image 1" descr="assets/checkCircle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28" y="271714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146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sender and the link before you act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" y="356616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Image 2" descr="assets/checkCircle_1B2A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8" y="363154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290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password managers blunt the impact of stolen credentials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" y="43434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1248" y="448056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8" name="Image 3" descr="assets/x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28" y="454594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3434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never demand passwords or PINs by email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9EA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1248" y="5394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assets/fla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28" y="5460340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25780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suspicious message protects the whole organization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1272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F2A9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188720"/>
            <a:ext cx="1280160" cy="128016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asset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3949" y="1355141"/>
            <a:ext cx="947318" cy="9473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verified.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completing Phishing Awareness Training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94960" y="4160520"/>
            <a:ext cx="137160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—  Task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your mentor or security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2026-09-01T09:14:00Z</dcterms:created>
  <dcterms:modified xsi:type="dcterms:W3CDTF">2026-09-01T09:14:00Z</dcterms:modified>
</cp:coreProperties>
</file>